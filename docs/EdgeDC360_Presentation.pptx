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353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6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2415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0200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3697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1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307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645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2544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2044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915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4880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29272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71469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090953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740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380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038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61353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215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39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0064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2832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637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741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9375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96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53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31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ownload Dark Blue Data Center Wallpaper | Wallpapers.com">
            <a:extLst>
              <a:ext uri="{FF2B5EF4-FFF2-40B4-BE49-F238E27FC236}">
                <a16:creationId xmlns:a16="http://schemas.microsoft.com/office/drawing/2014/main" id="{EB716580-99E1-BCDE-875F-A96293CAE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9"/>
            <a:ext cx="12192000" cy="6867339"/>
          </a:xfrm>
          <a:prstGeom prst="rect">
            <a:avLst/>
          </a:prstGeom>
          <a:solidFill>
            <a:schemeClr val="accent6">
              <a:alpha val="0"/>
            </a:schemeClr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548640" y="869166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EdgeDC360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056427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Edge Data-Center Operations Platform — Fog Computing + AWS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809365" y="6319381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Anitha Ganesan  ·  Fog and Edge Computing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10642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100204"/>
            <a:ext cx="110642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41966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24723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racks generate continuous multi-sensor telemetry. 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every raw reading straight to the cloud is expensive, slow, and fragile.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missed cooling failure or UPS depletion can mean cascading hardware failure and costly downtime.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645545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EdgeDC360 pushes filtering, aggregation and anomaly detection to a Fog Gateway — so only what matters reaches AWS.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ownload Dark Blue Data Center Wallpaper | Wallpapers.com">
            <a:extLst>
              <a:ext uri="{FF2B5EF4-FFF2-40B4-BE49-F238E27FC236}">
                <a16:creationId xmlns:a16="http://schemas.microsoft.com/office/drawing/2014/main" id="{A9A0A925-1AB8-4503-C664-2084ABB73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9"/>
            <a:ext cx="12192000" cy="6867339"/>
          </a:xfrm>
          <a:prstGeom prst="rect">
            <a:avLst/>
          </a:prstGeom>
          <a:solidFill>
            <a:schemeClr val="accent6">
              <a:alpha val="0"/>
            </a:schemeClr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Fog → Cloud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slides/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95" y="1554480"/>
            <a:ext cx="11206025" cy="4826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Download Dark Blue Data Center Wallpaper | Wallpapers.com">
            <a:extLst>
              <a:ext uri="{FF2B5EF4-FFF2-40B4-BE49-F238E27FC236}">
                <a16:creationId xmlns:a16="http://schemas.microsoft.com/office/drawing/2014/main" id="{7B562FBC-B6F4-B641-4AC4-6622AC935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9"/>
            <a:ext cx="12192000" cy="6867339"/>
          </a:xfrm>
          <a:prstGeom prst="rect">
            <a:avLst/>
          </a:prstGeom>
          <a:solidFill>
            <a:schemeClr val="accent6">
              <a:alpha val="0"/>
            </a:schemeClr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Ops Dashboard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temperature, humidity, power, UPS and cooling per rack, with a composite 0–100 health score.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 Bandwidth Savings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generated vs. messages actually uploaded, the visible payoff of edge-side aggregation.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Injection → Alert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3383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critical reading (e.g. 88°C) and watch it bypass the batch window, hit DynamoDB/S3, and fire an SNS email in seconds.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Download Dark Blue Data Center Wallpaper | Wallpapers.com">
            <a:extLst>
              <a:ext uri="{FF2B5EF4-FFF2-40B4-BE49-F238E27FC236}">
                <a16:creationId xmlns:a16="http://schemas.microsoft.com/office/drawing/2014/main" id="{2CBFD455-23B5-4AF5-2514-257F5902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9"/>
            <a:ext cx="12192000" cy="6867339"/>
          </a:xfrm>
          <a:prstGeom prst="rect">
            <a:avLst/>
          </a:prstGeom>
          <a:solidFill>
            <a:schemeClr val="accent6">
              <a:alpha val="0"/>
            </a:schemeClr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Were Getting Silently Suppressed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duplicate/noise filter, designed to drop repeated routine readings, was also silently dropping repeated CRITICAL readings — hiding a real fault behind a debounce mechanism meant for noise, not emergencies.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an explicit anomaly bypass: the rule engine now flags a reading as critical before the duplicate filter runs, and critical events skip the filter and the batch window entirely and dispatched immediately, every time.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4218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Full functional monitoring dashboard with zero-miss critical alerting end to end.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146</TotalTime>
  <Words>278</Words>
  <Application>Microsoft Office PowerPoint</Application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</vt:vector>
  </TitlesOfParts>
  <Company>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Fog and Edge Computing Presentation</dc:title>
  <dc:subject>Fog and Edge Computing Presentation</dc:subject>
  <dc:creator>Ajay A G</dc:creator>
  <cp:lastModifiedBy>Ajay A G</cp:lastModifiedBy>
  <cp:revision>6</cp:revision>
  <dcterms:created xsi:type="dcterms:W3CDTF">2026-07-28T23:21:42Z</dcterms:created>
  <dcterms:modified xsi:type="dcterms:W3CDTF">2026-07-29T08:32:30Z</dcterms:modified>
</cp:coreProperties>
</file>